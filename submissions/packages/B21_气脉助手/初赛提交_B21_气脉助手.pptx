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D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无界应用赛道 · AI+工业制造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气脉助手 AirFix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D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空压机售后报修修复沉淀智能体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788920"/>
            <a:ext cx="2011680" cy="0"/>
          </a:xfrm>
          <a:prstGeom prst="line">
            <a:avLst/>
          </a:prstGeom>
          <a:noFill/>
          <a:ln w="31750">
            <a:solidFill>
              <a:srgbClr val="1F9D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客户拍照报修，系统带出档案、多轮问诊翻译症状、给出带依据的诊断，查备件、起草工单——修完自动沉淀案例，下次同型报修答案已在库里。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9D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证据化诊断</a:t>
            </a:r>
            <a:pPr algn="l" indent="0" marL="0">
              <a:buNone/>
            </a:pPr>
            <a:r>
              <a:rPr lang="en-US" sz="1150" b="1" dirty="0">
                <a:solidFill>
                  <a:srgbClr val="A9D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◆ 设备档案·保内判定</a:t>
            </a:r>
            <a:pPr algn="l" indent="0" marL="0">
              <a:buNone/>
            </a:pPr>
            <a:r>
              <a:rPr lang="en-US" sz="1150" b="1" dirty="0">
                <a:solidFill>
                  <a:srgbClr val="A9D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◆ 批次线索（纯规则）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D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参赛作品 · 方案汇报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场景与痛点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报修电话的另一端，总在等专家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2468880" cy="6400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≥24h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报修响应时长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（假设口径，交付前校准）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34440"/>
            <a:ext cx="2468880" cy="6400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30-40%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专家差旅占售后成本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（行业常识口径）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34440"/>
            <a:ext cx="2468880" cy="6400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修完即蒸发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维修知识随人流失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（同故障重复诊断）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78638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80360"/>
            <a:ext cx="7863840" cy="54864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0083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售后现状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355848"/>
            <a:ext cx="747979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客户说外行话（“机器响得厉害、出气变少”），客服不懂技术，工程师在出差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诊断知识在老师傅脑中与纸质手册里；备件库存靠翻表格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批次性故障靠客户投诉倒逼才发现，缺乏数据支撑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用户与全旅程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双端形态，一条全链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43000"/>
            <a:ext cx="3840480" cy="54864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271016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客户设备管理员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18488"/>
            <a:ext cx="34564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报修端：拍照 / 语音 / 故障码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看进度与维修指导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3794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43000"/>
            <a:ext cx="3794760" cy="54864"/>
          </a:xfrm>
          <a:prstGeom prst="rect">
            <a:avLst/>
          </a:prstGeom>
          <a:solidFill>
            <a:srgbClr val="3C5A4C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271016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厂商售后工程师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618488"/>
            <a:ext cx="341071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工作台：接单、确认诊断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处置填报与案例审核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拍照报修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78715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07899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44475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档案带出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46535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75719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2295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多轮问诊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14354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43538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80114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证据化诊断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2174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311358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7934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备件+工单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9993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79177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5753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指导维修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7813" y="318211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46997" y="2971800"/>
            <a:ext cx="856923" cy="731520"/>
          </a:xfrm>
          <a:prstGeom prst="roundRect">
            <a:avLst>
              <a:gd name="adj" fmla="val 6250"/>
            </a:avLst>
          </a:prstGeom>
          <a:solidFill>
            <a:srgbClr val="FFF6EC"/>
          </a:solidFill>
          <a:ln w="20320">
            <a:solidFill>
              <a:srgbClr val="E863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3573" y="3026664"/>
            <a:ext cx="783771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确认沉淀 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◉ = 宏门禁：诊断确认＝工程师；高压电气/压力容器作业＝转持证人员；案例入库＝存档审核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产品方案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售后服务台 · 从接单到知识资产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840480" cy="54864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345643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设备档案：报修即带出装机信息、保养计划、保修状态——保内保外规则自动判定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问诊：状态机约束的多轮对话，最多三轮澄清，信息不足转人工坐席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Top-3：每条附诊断依据（手册段落坐标 / 相似维修工单 / 照片标注）+ 待确认项 + 置信度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备件与工单：BOM 匹配、库存查询、派单建议；缺货附请购提醒卡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7947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3794760" cy="54864"/>
          </a:xfrm>
          <a:prstGeom prst="rect">
            <a:avLst/>
          </a:prstGeom>
          <a:solidFill>
            <a:srgbClr val="3C5A4C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316736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知识沉淀（越用越准）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664208"/>
            <a:ext cx="3410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结案自动归档维修案例（五要素）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同型报修再现 → 直接命中历史方案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同型热度 30 天计数（纯规则）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898648"/>
            <a:ext cx="379476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898648"/>
            <a:ext cx="3794760" cy="54864"/>
          </a:xfrm>
          <a:prstGeom prst="rect">
            <a:avLst/>
          </a:prstGeom>
          <a:solidFill>
            <a:srgbClr val="A9D6BC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3026664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批次线索报告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0328" y="3374136"/>
            <a:ext cx="34107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热度超阈 → 一键生成批次线索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影响面清单供厂商研判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是否深查与通报：厂商拍板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AI 设计：诊断必须可溯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检索给依据，规则管统计，人管确认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是否参与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3A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档案带出 / 保内判定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3A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多轮问诊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状态机 + 大模型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对话（翻译症状）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3A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知识检索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手册 RAG + 工单 CBR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检索（附引用）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3A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备件 / 工单起草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模板填充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3A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同型热度统计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天计数规则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无（报告一键生成）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3A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诊断确认 / 高危作业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人工门禁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C5A4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D6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诊断输出 = 建议 + 待确认项 + 依据引用；无依据时明说“手册未覆盖”，不编造。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技术路线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 + 检索增强 + 证据卡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840480" cy="54864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345643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双端：客户报修端（Web/小程序形态）+ 工程师工作台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知识层：手册 RAG（引用到段落坐标）+ 维修工单相似检索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诊断证据卡：结论 × 依据列表 × 待确认项 × 置信度分级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照片：部件与状态识别，辅助信号（降级路径：纯文字问诊）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7947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88720"/>
            <a:ext cx="3794760" cy="54864"/>
          </a:xfrm>
          <a:prstGeom prst="rect">
            <a:avLst/>
          </a:prstGeom>
          <a:solidFill>
            <a:srgbClr val="3C5A4C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316736"/>
            <a:ext cx="3465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诊断卡的样子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664208"/>
            <a:ext cx="3410712" cy="2642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疑似：进气阀积碳（置信度 高）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依据：手册 §4.2（第 12 页）｜相似工单 #0741（同类机型 3 例）｜照片标注：阀体温度异常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待确认项：运行时长是否超 8000h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建议措施：更换阀组件（库存 2 件）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——工程师确认后生效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数据与合规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自建数据，版权干净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786384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7863840" cy="54864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31673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664208"/>
            <a:ext cx="747979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 2-3 本模拟设备手册（规避版权）+ 200 条模拟维修工单（预埋 2 组批次热度剧本），生成逻辑披露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不使用真实厂商与客户数据；照片素材自行拍摄或公开图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78638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063240"/>
            <a:ext cx="7863840" cy="54864"/>
          </a:xfrm>
          <a:prstGeom prst="rect">
            <a:avLst/>
          </a:prstGeom>
          <a:solidFill>
            <a:srgbClr val="E8630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19125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边界声明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3538728"/>
            <a:ext cx="747979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诊断是“建议 + 待确认项”，确认者是工程师；高压电气、压力容器作业强制提示转持证人员（官方手册 9.3、FAQ Q13）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批次深查与客户通报由厂商管理层决定；系统不监视，来单才动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评测与验证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三个可判卷指标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2468880" cy="6400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≥70%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Top-3 诊断命中率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（预置 ground truth 工单集）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34440"/>
            <a:ext cx="2468880" cy="6400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备件建议准确率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（BOM 匹配判卷）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34440"/>
            <a:ext cx="2468880" cy="6400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19842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批次线索检出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（误报 ≤1 次/月）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78638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80360"/>
            <a:ext cx="7863840" cy="54864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0083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演示即验证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3355848"/>
            <a:ext cx="7479792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全旅程演示：拍照报修 → 三轮问诊 → 证据卡 → 工单 → 结案沉淀 → 同型报修直接命中</a:t>
            </a:r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失败分支也是演示内容：信息缺失 → 澄清；检索未命中 → 转人工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排期与开放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76809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从双端原型到完整旅程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1783080"/>
            <a:ext cx="7132320" cy="0"/>
          </a:xfrm>
          <a:prstGeom prst="line">
            <a:avLst/>
          </a:prstGeom>
          <a:noFill/>
          <a:ln w="19050">
            <a:solidFill>
              <a:srgbClr val="A9D6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12264" y="1700784"/>
            <a:ext cx="164592" cy="164592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 8.16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方案材料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（简介+本 PPT）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9704" y="1700784"/>
            <a:ext cx="164592" cy="164592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 9.3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报修→沉淀一条链可运行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（双端，证据卡完整）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67144" y="1700784"/>
            <a:ext cx="164592" cy="164592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9D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决赛 9.22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52160" y="194767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完整旅程 + 失败分支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批次线索彩蛋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78638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A9D6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08960"/>
            <a:ext cx="7863840" cy="54864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236976"/>
            <a:ext cx="7534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开源与复用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3584448"/>
            <a:ext cx="747979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售后知识库规范（手册/案例/备件三库）｜ 问诊流程 DSL ｜ 诊断证据卡模板 ｜ 同型热度规则 ｜ 模拟手册与工单生成器</a:t>
            </a:r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C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可迁移至其他装备行业：换手册，不换引擎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10896" cy="31089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气脉助手 AirFix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D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终点是工单与案例，不是一句话回答。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诊断带依据，高危转持证，批次线索人拍板。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每次维修都变成厂商的知识资产——同样的报修再打进来，答案已经在库里等着。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D6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无界应用 · AI+工业制造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2026-08-15T14:40:17Z</dcterms:created>
  <dcterms:modified xsi:type="dcterms:W3CDTF">2026-08-15T14:40:17Z</dcterms:modified>
</cp:coreProperties>
</file>