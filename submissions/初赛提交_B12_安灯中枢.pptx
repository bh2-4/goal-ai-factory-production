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无界应用赛道 · AI+工业制造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安灯中枢 AndonCop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车间异常响应值守智能体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011680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把设备报警、质量超标、缺料预警从“现场吼人 + 微信群”，变成自动分诊、按技能派单、超时升级、结案归档的闭环。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自动分诊派单</a:t>
            </a:r>
            <a:pPr algn="l" indent="0" marL="0">
              <a:buNone/>
            </a:pPr>
            <a:r>
              <a:rPr lang="en-US" sz="1150" b="1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SLA 超时升级</a:t>
            </a:r>
            <a:pPr algn="l" indent="0" marL="0">
              <a:buNone/>
            </a:pPr>
            <a:r>
              <a:rPr lang="en-US" sz="1150" b="1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结案即沉淀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 · 方案汇报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场景与痛点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机加车间的异常，靠吼来传递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≥30min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异常平均响应时长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（假设口径，交付前访谈校准）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同类异常复发率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（复盘缺失所致）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结构化处理记录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（散落在微信群）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现状链条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异常发生后：班组长现场喊人 + 微信群 @人，谁看到谁没看到不可知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超时无兜底：没有升级机制，事拖着就没人管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处理完即蒸发：无结构化记录，月度复盘无数据，同类问题反复发生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用户与全旅程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三个角色，一条闭环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哨位屏值守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异常第一响应人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143000"/>
            <a:ext cx="2468880" cy="5486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维修工程师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移动端接单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处置与记录填报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C9D2DA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车间主任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复盘端看板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Pareto 与复发趋势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异常流入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78715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07899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4475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分诊定级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46535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5719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2295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按技派单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435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43538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0114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217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11358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6EC"/>
          </a:solidFill>
          <a:ln w="20320">
            <a:solidFill>
              <a:srgbClr val="E863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7934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结案确认 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49993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79177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5753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案例归档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7813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46997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3573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复发预警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= 宏门禁：停线建议与结案确认由主管人工拍板；橙色框为人工环节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产品方案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值守调度台 · 三端形态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事件引擎：统一接入遥测越限 / 质检超标 / 缺料预警 / 人工拍照上报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分诊：规则优先（故障码、产线、时段），AI 仅辅助分类定级 P1-P3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派单：技能矩阵 × 班次 × 当前负荷，自动推荐人选与备份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升级链：P1 15min / P2 30min / P3 4h（可配置），超时逐级上报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升级凭证：超时时长、同类历史均值、当班负载数据打包，主管一眼可判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知识闭环（越用越快）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结案自动归档为结构化案例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同型事件再现 → 匹配 Top-3 历史预案推送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40 分钟 → 再次 5 分钟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98648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898648"/>
            <a:ext cx="3794760" cy="54864"/>
          </a:xfrm>
          <a:prstGeom prst="rect">
            <a:avLst/>
          </a:prstGeom>
          <a:solidFill>
            <a:srgbClr val="C9D2DA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3026664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三端形态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3374136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班组长哨位屏：事件流与处置台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工程师移动端：接单 / 填报 / 预案查看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主任复盘端：Pareto / 复发趋势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AI 设计：谁在哪个环节干活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规则管确定性，AI 管语言，人管拍板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是否参与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事件值守 / 触发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事件引擎（规则）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无（不监视）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分诊分类定级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规则优先 + 阈值表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辅助分类（生成）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派单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技能矩阵匹配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SLA 超时升级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时钟 + 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无（凭证撰写=生成）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结案归档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模板抽取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案例整理（生成）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复发预警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聚集度统计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归因叙述（生成）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停线 / 结案确认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人工门禁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设计原则：持续盯的事交给便宜的规则；判断的事交给昂贵的人；AI 只做中间的调度与文书。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技术路线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公开数据打底，事件驱动架构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事件源：UCI AI4I 2020 公开数据集（1 万条合成、5 类故障模式）映射设备告警流；支持人工拍照上报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事件引擎：规则 DSL（分诊阈值、SLA 配置）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检索：案例向量匹配（Top-3 预案）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生成：升级凭证 / 案例卡 / 归因叙述（大模型，输出附数据引用）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照片多模态（辅助信号）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现场照片辅助分诊判断（跑冒滴漏 / 显示面板）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定位为辅助信号，不作唯一依据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降级路径：纯文字事件照样跑通全链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演示即证据：事件回放模式可复算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数据与合规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 + 模拟，全披露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74797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AI4I 公开数据集（UCI）驱动设备事件；排班 / 技能矩阵 / 复发剧本为自建模拟，字段与生成逻辑披露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不使用任何真实企业数据；案例只记“事”，不记“人”（无人员绩效评价）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863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9125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538728"/>
            <a:ext cx="747979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仅作辅助参考，不控制真实设备，不替代现场安全生产决策与专业判断（官方手册 9.3、FAQ Q13）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停线、重启等动作仅生成建议并要求人工确认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评测与验证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三个可判卷指标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分诊准确率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（500 条标注事件集）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升级遗漏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（程序断言判卷）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≥75%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复发 Top-3 命中率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（预置案例库+复发剧本）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演示即验证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事件回放模式：灌入事件流，全链可复算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对比演示：同一故障首次 40 分钟 vs 再次 5 分钟（知识闭环的价值）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排期与开放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从材料到三端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7132320" cy="0"/>
          </a:xfrm>
          <a:prstGeom prst="line">
            <a:avLst/>
          </a:prstGeom>
          <a:noFill/>
          <a:ln w="19050">
            <a:solidFill>
              <a:srgbClr val="C9D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2264" y="1700784"/>
            <a:ext cx="164592" cy="16459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8.16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方案材料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（简介+本 PPT）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9704" y="1700784"/>
            <a:ext cx="164592" cy="16459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9.3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事件回放一条链可运行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（AI4I 驱动，分诊→归档）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67144" y="1700784"/>
            <a:ext cx="164592" cy="16459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 9.22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三端齐展示：实时注入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+照片分诊+复发对比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7863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2369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开源与复用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584448"/>
            <a:ext cx="74797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异常事件统一 schema ｜ SLA 升级策略 DSL ｜ 案例库模板 ｜ 事件流模拟器（含复发剧本）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可迁移至各类离散制造车间；冷启动支持存量纸质记录导入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安灯中枢 AndonCop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把车间靠吼的异常，交给一个不下班的调度员。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管调度与文书，规则管值守，人管拍板。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每次结案都在积累车间知识——第一次 40 分钟，第二次 5 分钟。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 · AI+工业制造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2026-08-15T14:40:17Z</dcterms:created>
  <dcterms:modified xsi:type="dcterms:W3CDTF">2026-08-15T14:40:17Z</dcterms:modified>
</cp:coreProperties>
</file>